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Hamlet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Richard II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 Lear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Troilus and Cressida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Twelfth Night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Merry Wives of Windsor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Much Ado About Nothing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 You Like It bert interactions scatter normalized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86" y="1509078"/>
            <a:ext cx="7543323" cy="5028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